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12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NHPT Heritage AI Prototype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+ LangChain RAG for Heritage Site Classification &amp; Visitor Engagement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Related Applications (NB627BSDS) — Coursework 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Kalingu  •  BSc (Hons) in Data Science, NIBM  •  Student ID: COBSCDS252P-015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822960" cy="73152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site inspection is slow and inconsistent across NHPT's heritage buildings.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Engagement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want interactive answers, not just plaques and static information.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C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→  </a:t>
            </a:r>
            <a:r>
              <a:rPr lang="en-US" sz="13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model classifies architectural style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→  </a:t>
            </a:r>
            <a:r>
              <a:rPr lang="en-US" sz="13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answers, grounded in real sources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A58B0-D013-FFC6-8CF9-64325DA9D3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8583" y="1077441"/>
            <a:ext cx="7042495" cy="5086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Vision: Architectural Style Classifier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transfer learning, fine-tuned on 6 real architectural styles (arcDataset)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Test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 vs 0.60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(Gothic) vs Weakest (Palladian) F1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Palladian confused with Georgian/Baroque — both classical, symmetrical English revival styles; also fewer training images (113 vs 425 for the majority class).</a:t>
            </a:r>
            <a:endParaRPr lang="en-US" sz="1200" dirty="0"/>
          </a:p>
        </p:txBody>
      </p:sp>
      <p:pic>
        <p:nvPicPr>
          <p:cNvPr id="11" name="Image 0" descr="/home/claude/pptx_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5120640" cy="49607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Assistant: Grounded in Real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UK heritage buildings, fetched live from Wikipedia — not hand-written placeholder 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72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Westminster Abbey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Gothic architecture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472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Kenwood House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Georgian architecture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Blenheim Palace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 architecture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Durham Cathedral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Romanesque architecture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Uppark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Anne architecture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97180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Chiswick House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Palladian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5303520" cy="2606040"/>
          </a:xfrm>
          <a:prstGeom prst="roundRect">
            <a:avLst>
              <a:gd name="adj" fmla="val 3509"/>
            </a:avLst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grounded, cited answer: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18745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architectural style is Ashcombe Abbey?
</a:t>
            </a: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“Ashcombe Abbey largely follows French Gothic styles... (Source: Ashcombe Abbey)”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Chroma vector DB (cosine) + sentence-transformers embeddings + Gemma 3 12B via Ollama (local, self-hosted — the only LLM ever used)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 Found, Diagnosed, and Fixed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testing rigor, not just a demo that happened to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nested-layer error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1463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embedded as a single nested layer broke get_layer('top_conv'). Fixed with a two-submodel split.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 relevance-score bug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8803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L2 distance gave out-of-range scores, silently zeroing every retrieval. Fixed via cosine distance metric.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297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env mismatch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4297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 from a different Python env than training. First fix attempt made it worse; correct fix (same venv) confirmed working end-to-end.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the LLM never fabricated a fact when retrieval failed — it correctly declined. The fault was isolated to retrieval, not generation.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App: Upload, Classify, Chat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— combines the CV model and the RAG assistant in one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photo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uploads a building photo through the browser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95928" y="25146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classifies + explains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style, confidence bar, and a Grad-CAM heatmap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44968" y="25146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Chat, grounded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follow-ups; the assistant cites real sources and stays aware of the uploaded photo</a:t>
            </a:r>
            <a:endParaRPr lang="en-US" sz="1250" dirty="0"/>
          </a:p>
        </p:txBody>
      </p:sp>
      <p:pic>
        <p:nvPicPr>
          <p:cNvPr id="21" name="Image 0" descr="/home/claude/pptx_assets/gradcam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2743200" cy="13901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840480" y="4434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correct Gothic prediction — model attends to the towers/facade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09728" cy="109728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813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doesn't resolve pronouns across turns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/ “that” aren't rewritten before search — fix: history-aware retriever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109728" cy="109728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in CV training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Queen Anne images vs. 107 Romanesque — fix: class-weighted loss or more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035040"/>
            <a:ext cx="12188952" cy="18288"/>
          </a:xfrm>
          <a:prstGeom prst="rect">
            <a:avLst/>
          </a:prstGeom>
          <a:solidFill>
            <a:srgbClr val="3A4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561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GAMAGE K N</cp:lastModifiedBy>
  <cp:revision>3</cp:revision>
  <dcterms:created xsi:type="dcterms:W3CDTF">2026-07-26T16:46:49Z</dcterms:created>
  <dcterms:modified xsi:type="dcterms:W3CDTF">2026-08-01T13:08:46Z</dcterms:modified>
</cp:coreProperties>
</file>