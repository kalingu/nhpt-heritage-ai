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4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9128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0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60520"/>
            <a:ext cx="12188952" cy="2697480"/>
          </a:xfrm>
          <a:prstGeom prst="rect">
            <a:avLst/>
          </a:prstGeom>
          <a:solidFill>
            <a:srgbClr val="1A25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NHPT Heritage AI Prototype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+ LangChain RAG for Heritage Site Classification &amp; Visitor Engagement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and Related Applications (NB627BSDS) — Coursework 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Kalingu  •  BSc (Hons) in Data Science, NIBM  •  Student ID: COBSCDS252P-015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822960" cy="7315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the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4F1EC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Monitoring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site inspection is slow and inconsistent across NHPT's heritage buildings.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4630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4F1EC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 Engagement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92608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want interactive answers, not just plaques and static information.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223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21040" y="17373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C7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21040" y="233172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photo →  </a:t>
            </a:r>
            <a:r>
              <a:rPr lang="en-US" sz="1300" dirty="0">
                <a:solidFill>
                  <a:srgbClr val="CB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model classifies architectural style
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→  </a:t>
            </a:r>
            <a:r>
              <a:rPr lang="en-US" sz="1300" dirty="0">
                <a:solidFill>
                  <a:srgbClr val="CB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assistant answers, grounded in real sources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1A58B0-D013-FFC6-8CF9-64325DA9D3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578583" y="1077441"/>
            <a:ext cx="7042495" cy="50868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Computer Vision: Architectural Style Classifier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EfficientNetB0 transfer learning, fine-tuned on 6 real architectural styles (arcDataset)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55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85.96%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Test Accuracy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 vs 0.60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(Gothic) vs Weakest (Palladian) F1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Palladian confused with Georgian/Baroque — both classical, symmetrical English revival styles; also fewer training images (113 vs 425 for the majority class).</a:t>
            </a:r>
            <a:endParaRPr lang="en-US" sz="1200" dirty="0"/>
          </a:p>
        </p:txBody>
      </p:sp>
      <p:pic>
        <p:nvPicPr>
          <p:cNvPr id="11" name="Image 0" descr="/home/claude/pptx_assets/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5120640" cy="496079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LangChain Assistant: Grounded in Real Data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real UK heritage buildings, fetched live from Wikipedia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4721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Westminster Abbey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Gothic architecture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0" y="14721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Kenwood House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74720" y="17373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Georgian architecture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249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Blenheim Palace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85800" y="25146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Baroque architecture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37560" y="2194560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74720" y="2249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Durham Cathedral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74720" y="25146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Romanesque architecture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02666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Uppark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32918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Anne architecture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37560" y="2971800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474720" y="302666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Chiswick House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474720" y="32918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Palladian architecture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891540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223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37960" y="15544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grounded, cited answer: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187452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architectural style is Ashcombe Abbey?
</a:t>
            </a:r>
            <a:r>
              <a:rPr lang="en-US" sz="1200" b="1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“Ashcombe Abbey largely follows French Gothic styles... (Source: Ashcombe Abbey)”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251960"/>
            <a:ext cx="530352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78040" y="336042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Chroma vector DB (cosine) + sentence-transformers embeddings + Gemma 3 12B via Ollama (local, self-hosted — the only LLM ever used)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5D279550-72E3-86AC-4F49-75F4858037FA}"/>
              </a:ext>
            </a:extLst>
          </p:cNvPr>
          <p:cNvSpPr/>
          <p:nvPr/>
        </p:nvSpPr>
        <p:spPr>
          <a:xfrm>
            <a:off x="548640" y="4411384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Bugs Found, Diagnosed, and Fixed</a:t>
            </a:r>
            <a:endParaRPr lang="en-US" sz="2800" dirty="0"/>
          </a:p>
        </p:txBody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3A28FC12-A89E-5F2F-31F0-8DE13BA010FF}"/>
              </a:ext>
            </a:extLst>
          </p:cNvPr>
          <p:cNvSpPr/>
          <p:nvPr/>
        </p:nvSpPr>
        <p:spPr>
          <a:xfrm>
            <a:off x="685800" y="50749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Chroma relevance-score bug</a:t>
            </a:r>
            <a:endParaRPr lang="en-US" sz="15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78EDF38B-E990-4404-6EF6-040A45D86D65}"/>
              </a:ext>
            </a:extLst>
          </p:cNvPr>
          <p:cNvSpPr/>
          <p:nvPr/>
        </p:nvSpPr>
        <p:spPr>
          <a:xfrm>
            <a:off x="5669280" y="5092015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L2 distance gave out-of-range scores, silently zeroing every retrieval. Fixed via cosine distance metric.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App: Upload, Classify, Chat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app.py — combines the CV model and the RAG assistant in one interface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23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photo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uploads a building photo through the browser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95928" y="251460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26280" y="1783080"/>
            <a:ext cx="502920" cy="502920"/>
          </a:xfrm>
          <a:prstGeom prst="ellipse">
            <a:avLst/>
          </a:prstGeom>
          <a:solidFill>
            <a:srgbClr val="223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2628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26280" y="24231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classifies + explains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26280" y="288036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style, confidence bar, and a Grad-CAM heatmap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44968" y="251460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46720" y="155448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4F1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75320" y="1783080"/>
            <a:ext cx="502920" cy="502920"/>
          </a:xfrm>
          <a:prstGeom prst="ellipse">
            <a:avLst/>
          </a:prstGeom>
          <a:solidFill>
            <a:srgbClr val="223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753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75320" y="24231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Chat, grounded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75320" y="288036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follow-ups; the assistant cites real sources and stays aware of the uploaded photo</a:t>
            </a:r>
            <a:endParaRPr lang="en-US" sz="1250" dirty="0"/>
          </a:p>
        </p:txBody>
      </p:sp>
      <p:pic>
        <p:nvPicPr>
          <p:cNvPr id="21" name="Image 0" descr="/home/claude/pptx_assets/gradcam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51960"/>
            <a:ext cx="2743200" cy="139019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40480" y="44348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Grad-CAM: correct Gothic prediction — model attends to the towers/facade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230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 &amp; Future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09728" cy="109728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48132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doesn't resolve pronouns across turns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184708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“It” / “that” aren't rewritten before search — fix: history-aware retriever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587752"/>
            <a:ext cx="109728" cy="109728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 in CV training data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0720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425 Queen Anne images vs. 107 Romanesque — fix: class-weighted loss or more data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6035040"/>
            <a:ext cx="12188952" cy="18288"/>
          </a:xfrm>
          <a:prstGeom prst="rect">
            <a:avLst/>
          </a:prstGeom>
          <a:solidFill>
            <a:srgbClr val="3A4A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6217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D9C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457</Words>
  <Application>Microsoft Office PowerPoint</Application>
  <PresentationFormat>Widescreen</PresentationFormat>
  <Paragraphs>74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GAMAGE K N</cp:lastModifiedBy>
  <cp:revision>5</cp:revision>
  <dcterms:created xsi:type="dcterms:W3CDTF">2026-07-26T16:46:49Z</dcterms:created>
  <dcterms:modified xsi:type="dcterms:W3CDTF">2026-08-01T18:17:20Z</dcterms:modified>
</cp:coreProperties>
</file>